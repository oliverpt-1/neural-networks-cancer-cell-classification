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1697b02ac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1697b02ac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1697b02ac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1697b02ac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b61bcb7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b61bcb7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b61bcb72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b61bcb7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61bcb72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b61bcb72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3e522db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3e522db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3e522dbb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3e522db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3e522db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3e522db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1697b02ac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1697b02a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1697b02a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1697b02a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 (WDBC)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 Oliver | Oliver Tipton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in the Data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Utilized read_csv() to read in and assign column names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Helpful for exploring data, especially understanding the scale of each value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Mapped malignant to 1 and benign to 0 for data visualization and usage purposes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Dropped ID column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4" title="Screenshot 2025-03-27 at 12.13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850" y="2500700"/>
            <a:ext cx="7164250" cy="2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Heatmap</a:t>
            </a:r>
            <a:endParaRPr/>
          </a:p>
        </p:txBody>
      </p:sp>
      <p:pic>
        <p:nvPicPr>
          <p:cNvPr id="73" name="Google Shape;73;p15" title="Screenshot 2025-03-26 at 3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575" y="0"/>
            <a:ext cx="55057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14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Histograms for Highly </a:t>
            </a:r>
            <a:r>
              <a:rPr lang="en"/>
              <a:t>Correlated</a:t>
            </a:r>
            <a:r>
              <a:rPr lang="en"/>
              <a:t> Parameters</a:t>
            </a:r>
            <a:endParaRPr/>
          </a:p>
        </p:txBody>
      </p:sp>
      <p:pic>
        <p:nvPicPr>
          <p:cNvPr id="79" name="Google Shape;79;p16" title="Screenshot 2025-03-27 at 12.06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1244799"/>
            <a:ext cx="4336825" cy="29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03-27 at 12.07.1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200" y="1244800"/>
            <a:ext cx="4404412" cy="29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09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Histograms for Highly Correlated Parameters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Screenshot 2025-03-27 at 12.07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" y="1270975"/>
            <a:ext cx="4344650" cy="29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Screenshot 2025-03-27 at 12.06.5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70975"/>
            <a:ext cx="4307843" cy="29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Benign vs Malignant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Benign - non-cancerous, does not spread to other regions of the body: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 in the data set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Malignant - cancerous, has the potential to spread to other regions of the body: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 in the data set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 title="Screenshot 2025-03-26 at 10.47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375" y="149375"/>
            <a:ext cx="5719501" cy="48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Screenshot 2025-03-26 at 11.06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0" y="1144650"/>
            <a:ext cx="4798976" cy="29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Screenshot 2025-03-26 at 11.09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7050" y="1144650"/>
            <a:ext cx="4065551" cy="30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Cleanliness of the Data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827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Data is clean and distinct, </a:t>
            </a:r>
            <a:r>
              <a:rPr lang="en" sz="1800"/>
              <a:t>there are no duplicate values in the data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Data also contains 0 null values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Only primarily issue for pre-processing is handling outliers and possibly scaling the data.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33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selection: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Utilizing Correlation Heatmap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Dropping Darker blues and lights to remove less correlated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Loss Function: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Cross Entropy - better for binary prediction models and training purposes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Libraries: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PyTorch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Pandas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Matplotlib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Activation Functions: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Inputs: ReLu - Modeling Cancer is nonlinear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Layers (3) - ReLu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Sigmoid - Binary Classification</a:t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625" y="0"/>
            <a:ext cx="2428374" cy="127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Possibly more data needed and testing, as this is NOT a cohesive diagnosis method for cancerous cells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Trained on the data available, and accurate on the data available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